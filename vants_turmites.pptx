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3"/>
    <p:restoredTop sz="94658"/>
  </p:normalViewPr>
  <p:slideViewPr>
    <p:cSldViewPr snapToGrid="0">
      <p:cViewPr varScale="1">
        <p:scale>
          <a:sx n="120" d="100"/>
          <a:sy n="120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673F0-A816-CEB2-D809-9DAF4507E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30375-EC44-3E75-6810-57763BD4D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2EC47-3F0F-1138-F7AF-50DDE1D39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77C8-7CD1-CE42-B84B-8BDEF18BC247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C5B34-C1CE-BC3C-04E9-326D8CB7D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939B6-0EC3-DE9F-877E-E59911E7C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F834-E8D9-3A4A-A636-B9819DB6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87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42B3C-1F4F-0CDB-09B7-B4A301BC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BCD04-4191-2EF7-6AB2-C1527CDFA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26262-5CA3-2C0C-4C92-7E3DFC5A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77C8-7CD1-CE42-B84B-8BDEF18BC247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4B4D0-B2B2-A8BD-75AE-404EE5611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652D1-64EF-6EA3-34CE-B1DB83F0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F834-E8D9-3A4A-A636-B9819DB6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0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D1026-82A7-E045-9826-99255551A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4C4E5-00E8-D77D-E518-AAEBFB908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F965B-8FCA-21C7-13E3-9C707EC24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77C8-7CD1-CE42-B84B-8BDEF18BC247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E700-BC64-5163-6A4B-4B5E289BA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7688A-68F2-18F7-2184-B0B826993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F834-E8D9-3A4A-A636-B9819DB6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93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A578C-9879-22EB-B9D3-D3597162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ACF6F-D20C-AB3B-46E8-2FC9ED1E62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406D5-D9C6-F16C-189E-0E73B0C2B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BC5D5-3FED-6632-EC1E-DEDA26FB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77C8-7CD1-CE42-B84B-8BDEF18BC247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A119D-DD6F-26C1-FCB0-D01AFEFA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C682F-39D4-C7E3-C332-30FE84EF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F834-E8D9-3A4A-A636-B9819DB6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489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FF15D-AFDA-F6C6-A07B-0AC1DC184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AA4DF-D92D-561F-8002-8FBE4415B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EEB13-2456-0F02-1B01-DEEDD50C9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EAF50B-9E43-7124-9020-6B5BAE6620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99022-D097-13EA-1902-B6EEA98692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915FA-49A6-9CDD-12A2-EDC05914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77C8-7CD1-CE42-B84B-8BDEF18BC247}" type="datetimeFigureOut">
              <a:rPr lang="en-US" smtClean="0"/>
              <a:t>8/8/26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E5D8B8-DFFD-95D4-C4FB-92143176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FD275C-E6FE-51A7-8DD7-2A5F744A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F834-E8D9-3A4A-A636-B9819DB6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2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18EF1-4A01-35E4-4370-8208C61C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752030-D17B-A4ED-294D-D5AC3BA2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77C8-7CD1-CE42-B84B-8BDEF18BC247}" type="datetimeFigureOut">
              <a:rPr lang="en-US" smtClean="0"/>
              <a:t>8/8/26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11729D-8022-4E68-0DCE-A30896600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53F30-F2B4-11BB-D9F2-01D97D39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F834-E8D9-3A4A-A636-B9819DB6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553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62E3BF-7759-BFAA-9E2F-CE5DDB143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77C8-7CD1-CE42-B84B-8BDEF18BC247}" type="datetimeFigureOut">
              <a:rPr lang="en-US" smtClean="0"/>
              <a:t>8/8/26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70CD5B-BC7E-0B81-BC29-3ADD297F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34191-12A3-5BEF-4788-D234A21BF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F834-E8D9-3A4A-A636-B9819DB6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18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2D6F-E78F-9774-AE70-A59531F41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15FF5-3B62-DBC6-E20C-10A024F4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83FA50-E5D5-FEA3-258C-2F34A0633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A1643-5275-5D3F-6E02-C26BE2AD0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77C8-7CD1-CE42-B84B-8BDEF18BC247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40B94-812E-26D9-E731-6CBA70CDF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4C16A-6BBD-9330-0372-F14C58CBA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F834-E8D9-3A4A-A636-B9819DB6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65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D71E-E8CA-C17B-AF2A-56E33075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FA0942-7D50-BF77-54DC-0355D6800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E7E14-8E09-B24A-4B8B-B40784C7D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C96F9-EC5A-E577-0A7F-74617E2D8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77C8-7CD1-CE42-B84B-8BDEF18BC247}" type="datetimeFigureOut">
              <a:rPr lang="en-US" smtClean="0"/>
              <a:t>8/8/26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C15A6-8D99-D882-462A-0F8DE7F7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4AFA4-BD85-7FA9-7A2B-0C5748F26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F834-E8D9-3A4A-A636-B9819DB6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07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7197-3AB3-BCC6-5AA3-55779C8E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D512D-4580-C05E-1476-2821938BD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E48E8-6AD1-550B-53D5-7A97039E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77C8-7CD1-CE42-B84B-8BDEF18BC247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4945B-6C3C-18D4-D808-5876B8942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2113C-1E15-BFE3-E460-3BE74B18F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F834-E8D9-3A4A-A636-B9819DB6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2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01CE7B-DFD9-DAEF-F9BB-7C5D20AE77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B5615-B228-0145-8822-559EA8192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F0FC8-4F23-DE75-DBC9-76C6BBB0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977C8-7CD1-CE42-B84B-8BDEF18BC247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D174F-D689-A1BC-1714-879E1CB82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7321A-6530-F84E-CFCB-24BFBF59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B0F834-E8D9-3A4A-A636-B9819DB6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37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38FF0C-E565-BC56-190C-4C6B5F52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B08AE-91F4-64B1-AFC5-C77CB9D3E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5A8E1-52AC-EA48-AC88-78089BCE3A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F977C8-7CD1-CE42-B84B-8BDEF18BC247}" type="datetimeFigureOut">
              <a:rPr lang="en-US" smtClean="0"/>
              <a:t>8/8/26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4B93C-1B93-E7F2-F3A4-46A6E3D50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F054B-E75F-3006-1702-08341E6A3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B0F834-E8D9-3A4A-A636-B9819DB671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52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5D27E-5CCC-73B7-3131-BBD0E9C33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67022"/>
            <a:ext cx="9144000" cy="1064475"/>
          </a:xfrm>
        </p:spPr>
        <p:txBody>
          <a:bodyPr/>
          <a:lstStyle/>
          <a:p>
            <a:r>
              <a:rPr lang="en-US" dirty="0" err="1"/>
              <a:t>Vants</a:t>
            </a:r>
            <a:r>
              <a:rPr lang="en-US" dirty="0"/>
              <a:t> and </a:t>
            </a:r>
            <a:r>
              <a:rPr lang="en-US" dirty="0" err="1"/>
              <a:t>Turmites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A57423-F55D-5714-B347-D75616FF47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dirty="0"/>
              <a:t>Greg Turk</a:t>
            </a:r>
          </a:p>
          <a:p>
            <a:r>
              <a:rPr lang="en-US" dirty="0"/>
              <a:t>School of Interactive Computing</a:t>
            </a:r>
          </a:p>
          <a:p>
            <a:r>
              <a:rPr lang="en-US" dirty="0"/>
              <a:t>Georgia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1127790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1FBFF-A439-6A39-190F-29A22CA38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Langton’s Vant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721FF-5997-DB0B-E24D-3BFB49340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323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7A51A-F25E-91DA-7A0F-0A1F71654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640A-6F60-BF4C-5100-11C257D43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05611-C505-F8A1-7AAF-175872AB5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3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5747F-B75F-D687-4266-6A2A725CF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19FC6-5169-AC95-B385-DB212E6DD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80B1D-D638-C91A-CC79-B2135796E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750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2C123-0F7F-E537-BC02-B5340E3C0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520D-8E26-26EA-C734-16061A711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E351D-EE1F-89F2-0301-ADD37AA50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3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0E6D1-10A8-6F95-9CDC-E31DE7D91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A9D1E-B66C-03EB-CC2A-D8E4A466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19530-88DE-7C8E-33A0-7C8EB7760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01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Vants and Turmites</vt:lpstr>
      <vt:lpstr>Langton’s Vant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Turk, Gregory</dc:creator>
  <cp:lastModifiedBy>Turk, Gregory</cp:lastModifiedBy>
  <cp:revision>3</cp:revision>
  <dcterms:created xsi:type="dcterms:W3CDTF">2026-07-21T11:57:50Z</dcterms:created>
  <dcterms:modified xsi:type="dcterms:W3CDTF">2026-08-08T21:36:23Z</dcterms:modified>
</cp:coreProperties>
</file>